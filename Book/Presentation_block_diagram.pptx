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300" d="100"/>
          <a:sy n="300" d="100"/>
        </p:scale>
        <p:origin x="-6420" y="-5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4703-2C33-4D0C-B41A-EAB051B5E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F9BC1-A4CE-4E3A-ADC5-0F28AF475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BE69B-C259-401F-9BFF-6DC8AF70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F9488-D572-40EF-AC6A-248D6388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B5465-23C8-4972-BE11-A9AC3E70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338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5011-0DBD-4413-A204-594EA126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A0639-DAF3-40A1-A410-E721A251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B69E9-1C7B-41EA-94FF-E95C1462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BC5F-72B0-4AC6-BEC9-2F6ECADE8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BFC2B-C232-4B5D-B932-BEADE2B8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165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CCD0-6BF9-4C87-A6ED-C82580F6E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6AA0C-A058-4C5A-93B2-9F6B5A851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D8AD9-19E7-49EA-AA6B-E31B01A6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5A9E8-EA33-4FF2-9B9F-23A3CB9D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382DD-A431-4FED-A673-662A865E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473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9744F-1593-4110-9A1C-3A7FF340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48FF0-62E9-4ADE-A263-4008ED097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55020-A2CE-4E41-8FF2-045BE221C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8EB96-92FB-4E86-A1C0-977184456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0B4E1-A54F-4552-BBE3-B5755653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487FF-5208-437F-85D7-AF0E5302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064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0506-A3E4-48BF-BC1E-27104063B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EC2EF-656F-4820-B784-9EF40DDD7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17FB8-1BAF-40A9-99FB-57FB410A1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36210-6305-4943-8A15-0974B66EE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42AAA-22EF-4492-AECC-27FD11D9A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F02FA4-8DEB-4AF1-8164-BFF509CAB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C44797-C68E-4202-B165-24B3BE28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4AC39-C199-48C9-A2EB-86D89543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805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A7F6-A228-43A2-9909-41666AE0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79370-A3FB-460E-8F71-2459986D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C44A3-E952-4282-BEB5-2091E11D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34B17-303B-4878-BA46-6BAA01571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509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CE6BE-1161-43BB-9700-8A7ADFDB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87CD38-F7C7-4D5B-9B41-9657E4E40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BBB32-EC3E-481E-925C-1AFF545FB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6848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3486-03D2-42A0-9DC9-585CA4C47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F7219-F237-4EE5-99AD-E807842D0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4728-0778-42D2-85AC-7397D60B8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F8D89-88B5-4027-B977-8F2D375C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91680-B1DF-4599-A517-4B333CA44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ADBE6-33EE-4EF9-9408-D3D04350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586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F1C3-7D15-4023-A3CB-530F44FF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385B74-55AE-473C-973E-22DDC6EDA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55C9C-8800-4732-9AE0-FB6FB1585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047C5-D242-489A-BF06-ADD4428C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9EAC0-9833-41D5-AE16-38DCB94D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288D3-41A8-4DDB-B02F-5D6272EA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831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E3CDB-BBE6-4D9C-B1F6-0DDF7F0A3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922B1-B796-403C-9B32-DE56DA954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925D8-F023-47E4-A2A3-3C67C445C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06B99-330E-429A-9A20-94498725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CA619-EE0D-4695-8C52-1BD3CA76B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058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7044FE-7CA7-4432-A6B2-53492C79F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22E09-B50F-411A-A821-D89C54299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9D075-EBF9-44C8-B0F8-9C91D4D4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10136-4419-4A3A-B6E6-7826B76F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A610C-357A-4062-B34A-8370FC76F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4173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DFCDAE-6FC6-4C52-88A8-DAA51AA4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1770A-2157-4D83-A489-35366BA1D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F032D-7FDC-41EC-B88F-370A3E595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D1DB2-2520-45F9-AB6B-3A7B39D4686D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6259E-9ECD-4FD6-A49E-891EBA2FF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7DB63-3FCE-4E02-ACD8-0183A6083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BDBCB-483C-4801-8738-2188B3AA78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645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CA9B53-9C9E-4125-97A8-5CA51C7D38E6}"/>
              </a:ext>
            </a:extLst>
          </p:cNvPr>
          <p:cNvSpPr/>
          <p:nvPr/>
        </p:nvSpPr>
        <p:spPr>
          <a:xfrm>
            <a:off x="605642" y="1626919"/>
            <a:ext cx="1300348" cy="700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XIAO ESP32</a:t>
            </a:r>
          </a:p>
          <a:p>
            <a:pPr algn="ctr"/>
            <a:r>
              <a:rPr lang="en-CA" sz="1400" dirty="0"/>
              <a:t>Wi-Fi/BT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198D46-CD88-4698-B803-84A888537C55}"/>
              </a:ext>
            </a:extLst>
          </p:cNvPr>
          <p:cNvSpPr/>
          <p:nvPr/>
        </p:nvSpPr>
        <p:spPr>
          <a:xfrm>
            <a:off x="2210790" y="1626919"/>
            <a:ext cx="1244928" cy="700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BME280</a:t>
            </a:r>
          </a:p>
          <a:p>
            <a:pPr algn="ctr"/>
            <a:r>
              <a:rPr lang="en-CA" sz="1400" dirty="0"/>
              <a:t>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67E109-F509-4F2D-9621-58B826ADB2DB}"/>
              </a:ext>
            </a:extLst>
          </p:cNvPr>
          <p:cNvSpPr/>
          <p:nvPr/>
        </p:nvSpPr>
        <p:spPr>
          <a:xfrm>
            <a:off x="3760518" y="1626919"/>
            <a:ext cx="1323112" cy="700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STM32L031</a:t>
            </a:r>
          </a:p>
          <a:p>
            <a:pPr algn="ctr"/>
            <a:r>
              <a:rPr lang="en-CA" sz="1400" dirty="0"/>
              <a:t>CPU eval board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615A8F-B498-49B0-A959-B49B15F2090D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422074" y="2327564"/>
            <a:ext cx="0" cy="2363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8D432B-2F2E-4F6C-86AB-424364CFFDBA}"/>
              </a:ext>
            </a:extLst>
          </p:cNvPr>
          <p:cNvCxnSpPr>
            <a:cxnSpLocks/>
          </p:cNvCxnSpPr>
          <p:nvPr/>
        </p:nvCxnSpPr>
        <p:spPr>
          <a:xfrm flipH="1">
            <a:off x="1255816" y="2563908"/>
            <a:ext cx="316625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A1ECBC-FA0A-4ECA-8ABE-A44E0CDF12D0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255816" y="2327564"/>
            <a:ext cx="0" cy="2363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EBB40ED-FF83-4936-A099-A02BD2D69962}"/>
              </a:ext>
            </a:extLst>
          </p:cNvPr>
          <p:cNvCxnSpPr>
            <a:cxnSpLocks/>
          </p:cNvCxnSpPr>
          <p:nvPr/>
        </p:nvCxnSpPr>
        <p:spPr>
          <a:xfrm>
            <a:off x="3455718" y="1800319"/>
            <a:ext cx="304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5124E74-4B7B-410C-AC63-DD39CBF6072A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55816" y="1090550"/>
            <a:ext cx="0" cy="5363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16D134-375C-41E5-B93D-454DE0AA797B}"/>
              </a:ext>
            </a:extLst>
          </p:cNvPr>
          <p:cNvCxnSpPr>
            <a:cxnSpLocks/>
          </p:cNvCxnSpPr>
          <p:nvPr/>
        </p:nvCxnSpPr>
        <p:spPr>
          <a:xfrm flipH="1" flipV="1">
            <a:off x="1131125" y="1090550"/>
            <a:ext cx="124692" cy="1207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3F19B9-CC76-40FB-B6D1-7BD3D0E8BDB0}"/>
              </a:ext>
            </a:extLst>
          </p:cNvPr>
          <p:cNvCxnSpPr>
            <a:cxnSpLocks/>
          </p:cNvCxnSpPr>
          <p:nvPr/>
        </p:nvCxnSpPr>
        <p:spPr>
          <a:xfrm flipH="1">
            <a:off x="1255816" y="1090550"/>
            <a:ext cx="124691" cy="1147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2D682E7-2024-4739-B843-D9082A1325CA}"/>
              </a:ext>
            </a:extLst>
          </p:cNvPr>
          <p:cNvSpPr txBox="1"/>
          <p:nvPr/>
        </p:nvSpPr>
        <p:spPr>
          <a:xfrm>
            <a:off x="3432271" y="1543115"/>
            <a:ext cx="464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I2C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CE5302-00A6-4385-945C-B7EE505CC8A6}"/>
              </a:ext>
            </a:extLst>
          </p:cNvPr>
          <p:cNvSpPr txBox="1"/>
          <p:nvPr/>
        </p:nvSpPr>
        <p:spPr>
          <a:xfrm>
            <a:off x="2599119" y="2322626"/>
            <a:ext cx="5649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UART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F7641C-2D33-4937-B486-2BB5BDB301DE}"/>
              </a:ext>
            </a:extLst>
          </p:cNvPr>
          <p:cNvSpPr txBox="1"/>
          <p:nvPr/>
        </p:nvSpPr>
        <p:spPr>
          <a:xfrm>
            <a:off x="685765" y="1309448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000" dirty="0"/>
              <a:t>Antenna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2657DD2-43A0-4024-BC13-02EA58E2356F}"/>
              </a:ext>
            </a:extLst>
          </p:cNvPr>
          <p:cNvCxnSpPr>
            <a:cxnSpLocks/>
          </p:cNvCxnSpPr>
          <p:nvPr/>
        </p:nvCxnSpPr>
        <p:spPr>
          <a:xfrm flipH="1">
            <a:off x="3455718" y="2157506"/>
            <a:ext cx="304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65AA84F-F490-4640-A20C-F7479FB6F66B}"/>
              </a:ext>
            </a:extLst>
          </p:cNvPr>
          <p:cNvSpPr txBox="1"/>
          <p:nvPr/>
        </p:nvSpPr>
        <p:spPr>
          <a:xfrm>
            <a:off x="3432270" y="1964093"/>
            <a:ext cx="644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Pwr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CF001B4-8EA4-43F6-B527-AACE3643C2F6}"/>
              </a:ext>
            </a:extLst>
          </p:cNvPr>
          <p:cNvSpPr/>
          <p:nvPr/>
        </p:nvSpPr>
        <p:spPr>
          <a:xfrm>
            <a:off x="5458856" y="1708404"/>
            <a:ext cx="750209" cy="537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USB to a PC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F18E2A2-AB3D-4C5C-866D-26611294F7FF}"/>
              </a:ext>
            </a:extLst>
          </p:cNvPr>
          <p:cNvCxnSpPr>
            <a:cxnSpLocks/>
            <a:stCxn id="8" idx="3"/>
            <a:endCxn id="91" idx="1"/>
          </p:cNvCxnSpPr>
          <p:nvPr/>
        </p:nvCxnSpPr>
        <p:spPr>
          <a:xfrm flipV="1">
            <a:off x="5083630" y="1977241"/>
            <a:ext cx="375226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2060B7F-0430-4D92-A99D-111E95B49013}"/>
              </a:ext>
            </a:extLst>
          </p:cNvPr>
          <p:cNvSpPr/>
          <p:nvPr/>
        </p:nvSpPr>
        <p:spPr>
          <a:xfrm>
            <a:off x="2132333" y="3535767"/>
            <a:ext cx="1244928" cy="700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BME280</a:t>
            </a:r>
          </a:p>
          <a:p>
            <a:pPr algn="ctr"/>
            <a:r>
              <a:rPr lang="en-CA" sz="1400" dirty="0"/>
              <a:t>Environment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3649D-8C75-47D4-B3EB-0EE87086130E}"/>
              </a:ext>
            </a:extLst>
          </p:cNvPr>
          <p:cNvSpPr/>
          <p:nvPr/>
        </p:nvSpPr>
        <p:spPr>
          <a:xfrm>
            <a:off x="3682061" y="3535767"/>
            <a:ext cx="1323112" cy="700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STM32L031</a:t>
            </a:r>
          </a:p>
          <a:p>
            <a:pPr algn="ctr"/>
            <a:r>
              <a:rPr lang="en-CA" sz="1400" dirty="0"/>
              <a:t>CPU eval board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308468-5556-4896-A24D-3BB007F65654}"/>
              </a:ext>
            </a:extLst>
          </p:cNvPr>
          <p:cNvSpPr txBox="1"/>
          <p:nvPr/>
        </p:nvSpPr>
        <p:spPr>
          <a:xfrm>
            <a:off x="3353814" y="3451963"/>
            <a:ext cx="464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I2C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852F11-E5CD-4702-8461-EFB58164F960}"/>
              </a:ext>
            </a:extLst>
          </p:cNvPr>
          <p:cNvSpPr txBox="1"/>
          <p:nvPr/>
        </p:nvSpPr>
        <p:spPr>
          <a:xfrm>
            <a:off x="3353813" y="3872941"/>
            <a:ext cx="644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Pwr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994C90-7E1A-4C45-816A-4676B14D1C8D}"/>
              </a:ext>
            </a:extLst>
          </p:cNvPr>
          <p:cNvSpPr/>
          <p:nvPr/>
        </p:nvSpPr>
        <p:spPr>
          <a:xfrm>
            <a:off x="5380399" y="3617252"/>
            <a:ext cx="750209" cy="537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USB to a PC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60FEA45-6261-4AF0-BB95-72CCE6F494B8}"/>
              </a:ext>
            </a:extLst>
          </p:cNvPr>
          <p:cNvCxnSpPr>
            <a:cxnSpLocks/>
            <a:stCxn id="32" idx="3"/>
            <a:endCxn id="36" idx="1"/>
          </p:cNvCxnSpPr>
          <p:nvPr/>
        </p:nvCxnSpPr>
        <p:spPr>
          <a:xfrm flipV="1">
            <a:off x="5005173" y="3886089"/>
            <a:ext cx="375226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316E24C-D158-4D66-A5B8-DC652F867E40}"/>
              </a:ext>
            </a:extLst>
          </p:cNvPr>
          <p:cNvCxnSpPr>
            <a:cxnSpLocks/>
          </p:cNvCxnSpPr>
          <p:nvPr/>
        </p:nvCxnSpPr>
        <p:spPr>
          <a:xfrm>
            <a:off x="3377261" y="3698184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92356D1-491D-4C87-9A0F-FAD518FEA78E}"/>
              </a:ext>
            </a:extLst>
          </p:cNvPr>
          <p:cNvCxnSpPr>
            <a:cxnSpLocks/>
          </p:cNvCxnSpPr>
          <p:nvPr/>
        </p:nvCxnSpPr>
        <p:spPr>
          <a:xfrm>
            <a:off x="3386706" y="4098390"/>
            <a:ext cx="304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30DFBB0-5D79-44D3-A62A-ECF0FB46973C}"/>
              </a:ext>
            </a:extLst>
          </p:cNvPr>
          <p:cNvCxnSpPr>
            <a:cxnSpLocks/>
          </p:cNvCxnSpPr>
          <p:nvPr/>
        </p:nvCxnSpPr>
        <p:spPr>
          <a:xfrm>
            <a:off x="3377261" y="3698184"/>
            <a:ext cx="304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985DFF1-9D9F-4A57-8445-EA15032B0491}"/>
              </a:ext>
            </a:extLst>
          </p:cNvPr>
          <p:cNvCxnSpPr>
            <a:cxnSpLocks/>
          </p:cNvCxnSpPr>
          <p:nvPr/>
        </p:nvCxnSpPr>
        <p:spPr>
          <a:xfrm flipH="1">
            <a:off x="4538848" y="2331928"/>
            <a:ext cx="1" cy="2953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221ED45-C788-4249-ACFB-29CCA7A845C1}"/>
              </a:ext>
            </a:extLst>
          </p:cNvPr>
          <p:cNvCxnSpPr>
            <a:cxnSpLocks/>
          </p:cNvCxnSpPr>
          <p:nvPr/>
        </p:nvCxnSpPr>
        <p:spPr>
          <a:xfrm flipH="1">
            <a:off x="1131125" y="2627238"/>
            <a:ext cx="340772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BAF192F-F33A-41FD-9A85-322E19C92911}"/>
              </a:ext>
            </a:extLst>
          </p:cNvPr>
          <p:cNvCxnSpPr>
            <a:cxnSpLocks/>
          </p:cNvCxnSpPr>
          <p:nvPr/>
        </p:nvCxnSpPr>
        <p:spPr>
          <a:xfrm flipV="1">
            <a:off x="1131125" y="2331928"/>
            <a:ext cx="0" cy="298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95B4BB94-7F3D-4714-B1EA-2073D388BC36}"/>
              </a:ext>
            </a:extLst>
          </p:cNvPr>
          <p:cNvSpPr/>
          <p:nvPr/>
        </p:nvSpPr>
        <p:spPr>
          <a:xfrm rot="10800000">
            <a:off x="2482346" y="2422876"/>
            <a:ext cx="180975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C96DB1-0494-4129-9DD3-D7A98E11F21D}"/>
              </a:ext>
            </a:extLst>
          </p:cNvPr>
          <p:cNvSpPr txBox="1"/>
          <p:nvPr/>
        </p:nvSpPr>
        <p:spPr>
          <a:xfrm>
            <a:off x="2599111" y="2589330"/>
            <a:ext cx="833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</a:t>
            </a:r>
            <a:r>
              <a:rPr lang="en-CA" sz="1000" dirty="0" err="1"/>
              <a:t>eedback</a:t>
            </a:r>
            <a:endParaRPr lang="en-CA" sz="1000" dirty="0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45E40D58-1770-4DC4-90F0-BD4610AE8BC3}"/>
              </a:ext>
            </a:extLst>
          </p:cNvPr>
          <p:cNvSpPr/>
          <p:nvPr/>
        </p:nvSpPr>
        <p:spPr>
          <a:xfrm>
            <a:off x="2482338" y="2689580"/>
            <a:ext cx="180975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93D209-306F-41A4-8F42-D6A4A1491FFB}"/>
              </a:ext>
            </a:extLst>
          </p:cNvPr>
          <p:cNvSpPr/>
          <p:nvPr/>
        </p:nvSpPr>
        <p:spPr>
          <a:xfrm>
            <a:off x="4653149" y="5257264"/>
            <a:ext cx="1300348" cy="700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XIAO ESP32</a:t>
            </a:r>
          </a:p>
          <a:p>
            <a:pPr algn="ctr"/>
            <a:r>
              <a:rPr lang="en-CA" sz="1400" dirty="0"/>
              <a:t>Wi-Fi/BT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94103A-D9BE-4A50-A5E6-623E1A19FE9C}"/>
              </a:ext>
            </a:extLst>
          </p:cNvPr>
          <p:cNvSpPr/>
          <p:nvPr/>
        </p:nvSpPr>
        <p:spPr>
          <a:xfrm>
            <a:off x="6258297" y="5257264"/>
            <a:ext cx="1244928" cy="700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BME280</a:t>
            </a:r>
          </a:p>
          <a:p>
            <a:pPr algn="ctr"/>
            <a:r>
              <a:rPr lang="en-CA" sz="1400" dirty="0"/>
              <a:t>Environment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A3B1A7-6751-4B89-80B5-D699BE04BB7F}"/>
              </a:ext>
            </a:extLst>
          </p:cNvPr>
          <p:cNvSpPr/>
          <p:nvPr/>
        </p:nvSpPr>
        <p:spPr>
          <a:xfrm>
            <a:off x="7808025" y="5257264"/>
            <a:ext cx="1323112" cy="700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STM32L031</a:t>
            </a:r>
          </a:p>
          <a:p>
            <a:pPr algn="ctr"/>
            <a:r>
              <a:rPr lang="en-CA" sz="1400" dirty="0"/>
              <a:t>CPU eval board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6AB42A0-F202-4E3E-8759-5685CA424633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8469581" y="5957909"/>
            <a:ext cx="0" cy="2363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7F2035-8D86-4561-8EC5-660497AE2214}"/>
              </a:ext>
            </a:extLst>
          </p:cNvPr>
          <p:cNvCxnSpPr>
            <a:cxnSpLocks/>
          </p:cNvCxnSpPr>
          <p:nvPr/>
        </p:nvCxnSpPr>
        <p:spPr>
          <a:xfrm flipH="1">
            <a:off x="5303323" y="6194253"/>
            <a:ext cx="316625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F36E22E-D9BB-44F6-8505-7B7466CD64EC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5303323" y="5957909"/>
            <a:ext cx="0" cy="2363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0B813BC-5EA7-480A-8830-F3FBA82991FB}"/>
              </a:ext>
            </a:extLst>
          </p:cNvPr>
          <p:cNvCxnSpPr>
            <a:cxnSpLocks/>
          </p:cNvCxnSpPr>
          <p:nvPr/>
        </p:nvCxnSpPr>
        <p:spPr>
          <a:xfrm>
            <a:off x="7503225" y="5430664"/>
            <a:ext cx="304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198DE9F-BC16-42BA-A642-733FF821E067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5303323" y="4720895"/>
            <a:ext cx="0" cy="5363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B9F9B82-36B7-4E21-8375-EB4FC3BB7D6A}"/>
              </a:ext>
            </a:extLst>
          </p:cNvPr>
          <p:cNvCxnSpPr>
            <a:cxnSpLocks/>
          </p:cNvCxnSpPr>
          <p:nvPr/>
        </p:nvCxnSpPr>
        <p:spPr>
          <a:xfrm flipH="1" flipV="1">
            <a:off x="5178632" y="4720895"/>
            <a:ext cx="124692" cy="1207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ECD7868-8DE6-4EB2-BC80-8DA671A854B9}"/>
              </a:ext>
            </a:extLst>
          </p:cNvPr>
          <p:cNvCxnSpPr>
            <a:cxnSpLocks/>
          </p:cNvCxnSpPr>
          <p:nvPr/>
        </p:nvCxnSpPr>
        <p:spPr>
          <a:xfrm flipH="1">
            <a:off x="5303323" y="4720895"/>
            <a:ext cx="124691" cy="1147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1E572EE-5E3C-4CD9-AA5E-712B3FA11C22}"/>
              </a:ext>
            </a:extLst>
          </p:cNvPr>
          <p:cNvSpPr txBox="1"/>
          <p:nvPr/>
        </p:nvSpPr>
        <p:spPr>
          <a:xfrm>
            <a:off x="7479778" y="5173460"/>
            <a:ext cx="464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I2C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08E76D-E1AB-4061-BD3D-1509E42C01B6}"/>
              </a:ext>
            </a:extLst>
          </p:cNvPr>
          <p:cNvSpPr txBox="1"/>
          <p:nvPr/>
        </p:nvSpPr>
        <p:spPr>
          <a:xfrm>
            <a:off x="6646626" y="5952971"/>
            <a:ext cx="5649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UART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0067A8-9E86-43CB-A78C-3F536AC8B033}"/>
              </a:ext>
            </a:extLst>
          </p:cNvPr>
          <p:cNvSpPr txBox="1"/>
          <p:nvPr/>
        </p:nvSpPr>
        <p:spPr>
          <a:xfrm>
            <a:off x="4733272" y="4939793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000" dirty="0"/>
              <a:t>Antenna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29710D9-42B9-4BCB-9025-4597F9607B37}"/>
              </a:ext>
            </a:extLst>
          </p:cNvPr>
          <p:cNvCxnSpPr>
            <a:cxnSpLocks/>
          </p:cNvCxnSpPr>
          <p:nvPr/>
        </p:nvCxnSpPr>
        <p:spPr>
          <a:xfrm flipH="1">
            <a:off x="7503225" y="5787851"/>
            <a:ext cx="304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539AFBE-2DDF-4BCF-829A-1AE129D3507E}"/>
              </a:ext>
            </a:extLst>
          </p:cNvPr>
          <p:cNvSpPr txBox="1"/>
          <p:nvPr/>
        </p:nvSpPr>
        <p:spPr>
          <a:xfrm>
            <a:off x="7479777" y="5594438"/>
            <a:ext cx="644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Pwr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6B218B6-327A-453C-9106-10E662B5EA2B}"/>
              </a:ext>
            </a:extLst>
          </p:cNvPr>
          <p:cNvCxnSpPr>
            <a:cxnSpLocks/>
          </p:cNvCxnSpPr>
          <p:nvPr/>
        </p:nvCxnSpPr>
        <p:spPr>
          <a:xfrm flipH="1">
            <a:off x="8586355" y="5962273"/>
            <a:ext cx="1" cy="2953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9BB2FE1-B1B7-4B93-9763-CF052D5BBD56}"/>
              </a:ext>
            </a:extLst>
          </p:cNvPr>
          <p:cNvCxnSpPr>
            <a:cxnSpLocks/>
          </p:cNvCxnSpPr>
          <p:nvPr/>
        </p:nvCxnSpPr>
        <p:spPr>
          <a:xfrm flipH="1">
            <a:off x="5178632" y="6257583"/>
            <a:ext cx="340772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A132A43-189E-43A4-B27F-3A0A7678BBDC}"/>
              </a:ext>
            </a:extLst>
          </p:cNvPr>
          <p:cNvCxnSpPr>
            <a:cxnSpLocks/>
          </p:cNvCxnSpPr>
          <p:nvPr/>
        </p:nvCxnSpPr>
        <p:spPr>
          <a:xfrm flipV="1">
            <a:off x="5178632" y="5962273"/>
            <a:ext cx="0" cy="298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92DCAB43-C097-48D1-9B22-C3CE4598EF7E}"/>
              </a:ext>
            </a:extLst>
          </p:cNvPr>
          <p:cNvSpPr/>
          <p:nvPr/>
        </p:nvSpPr>
        <p:spPr>
          <a:xfrm rot="10800000">
            <a:off x="6529853" y="6053221"/>
            <a:ext cx="180975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9484449-4CBE-42B0-9EBC-8AC6D643606A}"/>
              </a:ext>
            </a:extLst>
          </p:cNvPr>
          <p:cNvSpPr txBox="1"/>
          <p:nvPr/>
        </p:nvSpPr>
        <p:spPr>
          <a:xfrm>
            <a:off x="6646618" y="6219675"/>
            <a:ext cx="833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</a:t>
            </a:r>
            <a:r>
              <a:rPr lang="en-CA" sz="1000" dirty="0" err="1"/>
              <a:t>eedback</a:t>
            </a:r>
            <a:endParaRPr lang="en-CA" sz="1000" dirty="0"/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50040494-9C13-4B9E-8B0F-B2D3D2B62EC9}"/>
              </a:ext>
            </a:extLst>
          </p:cNvPr>
          <p:cNvSpPr/>
          <p:nvPr/>
        </p:nvSpPr>
        <p:spPr>
          <a:xfrm>
            <a:off x="6529845" y="6319925"/>
            <a:ext cx="180975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58EA4B-DA71-4484-807A-119AF152F053}"/>
              </a:ext>
            </a:extLst>
          </p:cNvPr>
          <p:cNvSpPr/>
          <p:nvPr/>
        </p:nvSpPr>
        <p:spPr>
          <a:xfrm>
            <a:off x="7127175" y="4744716"/>
            <a:ext cx="1056899" cy="328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Battery</a:t>
            </a:r>
            <a:endParaRPr lang="en-CA" sz="14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39A607B-89F7-4313-B8DE-4F4DF799DE31}"/>
              </a:ext>
            </a:extLst>
          </p:cNvPr>
          <p:cNvSpPr/>
          <p:nvPr/>
        </p:nvSpPr>
        <p:spPr>
          <a:xfrm>
            <a:off x="5933379" y="4743492"/>
            <a:ext cx="1056899" cy="328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Bridge</a:t>
            </a:r>
            <a:endParaRPr lang="en-CA" sz="1400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F3D5CB3-10D0-4C0C-B404-8155029272C5}"/>
              </a:ext>
            </a:extLst>
          </p:cNvPr>
          <p:cNvCxnSpPr>
            <a:cxnSpLocks/>
            <a:stCxn id="2" idx="3"/>
            <a:endCxn id="49" idx="0"/>
          </p:cNvCxnSpPr>
          <p:nvPr/>
        </p:nvCxnSpPr>
        <p:spPr>
          <a:xfrm>
            <a:off x="8184074" y="4908745"/>
            <a:ext cx="285507" cy="348519"/>
          </a:xfrm>
          <a:prstGeom prst="bentConnector2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40A6AF-9F8F-45FD-8C09-D6D320CF0278}"/>
              </a:ext>
            </a:extLst>
          </p:cNvPr>
          <p:cNvCxnSpPr>
            <a:cxnSpLocks/>
          </p:cNvCxnSpPr>
          <p:nvPr/>
        </p:nvCxnSpPr>
        <p:spPr>
          <a:xfrm flipH="1" flipV="1">
            <a:off x="6710878" y="4907521"/>
            <a:ext cx="419472" cy="122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82CC0E5-63B6-4084-81E7-C500F057EDAE}"/>
              </a:ext>
            </a:extLst>
          </p:cNvPr>
          <p:cNvCxnSpPr>
            <a:cxnSpLocks/>
            <a:stCxn id="85" idx="1"/>
          </p:cNvCxnSpPr>
          <p:nvPr/>
        </p:nvCxnSpPr>
        <p:spPr>
          <a:xfrm rot="10800000" flipV="1">
            <a:off x="5638057" y="4907521"/>
            <a:ext cx="295323" cy="512160"/>
          </a:xfrm>
          <a:prstGeom prst="bentConnector2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224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52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Oleksiy Lutsenko</dc:creator>
  <cp:lastModifiedBy>Oleksiy Lutsenko</cp:lastModifiedBy>
  <cp:revision>18</cp:revision>
  <dcterms:created xsi:type="dcterms:W3CDTF">2026-06-15T16:42:15Z</dcterms:created>
  <dcterms:modified xsi:type="dcterms:W3CDTF">2026-08-21T18:37:25Z</dcterms:modified>
</cp:coreProperties>
</file>